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2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89" d="100"/>
          <a:sy n="89" d="100"/>
        </p:scale>
        <p:origin x="87" y="2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890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237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51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614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619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300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50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87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949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9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114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58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3" r:id="rId1"/>
    <p:sldLayoutId id="2147484044" r:id="rId2"/>
    <p:sldLayoutId id="2147484045" r:id="rId3"/>
    <p:sldLayoutId id="2147484046" r:id="rId4"/>
    <p:sldLayoutId id="2147484047" r:id="rId5"/>
    <p:sldLayoutId id="2147484048" r:id="rId6"/>
    <p:sldLayoutId id="2147484049" r:id="rId7"/>
    <p:sldLayoutId id="2147484050" r:id="rId8"/>
    <p:sldLayoutId id="2147484051" r:id="rId9"/>
    <p:sldLayoutId id="2147484052" r:id="rId10"/>
    <p:sldLayoutId id="214748405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2641600" y="119060"/>
            <a:ext cx="55260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Pizza Sales </a:t>
            </a:r>
            <a:r>
              <a:rPr lang="en-IN" sz="40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4467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KPI’s Requirement</a:t>
            </a:r>
          </a:p>
          <a:p>
            <a:r>
              <a:rPr lang="en-US" dirty="0"/>
              <a:t>We need to analyze key indicators for our pizza sales data to gain insights into our business performance. Specifically, we want to calculate the following metrics: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2935815"/>
            <a:ext cx="1679233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Pizzas Sold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sum of the quantities of all pizzas sold.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Order Value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amount spent per order, calculated by dividing the total revenue by the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total number of orders.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Orders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number of orders placed.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Pizzas Per Order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number of pizzas sold per order, calculated by dividing the total number of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    pizzas sold by the total number of orders.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Revenue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sum of the total price of all pizza orders.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4160" y="1857063"/>
            <a:ext cx="1184656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Charts Requirement (Part 1)</a:t>
            </a:r>
          </a:p>
          <a:p>
            <a:r>
              <a:rPr lang="en-US" dirty="0"/>
              <a:t>We would like to visualize various aspects of our pizza sales data to gain insights and understand key trends. We have identified the following requirements for creating charts:</a:t>
            </a:r>
            <a:br>
              <a:rPr lang="en-US" dirty="0"/>
            </a:b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Daily Trend for Total Orders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Create a bar chart that displays the daily trend of total orders over a specific time period. This chart will help us identify any patterns or fluctuations in order volumes on a daily basis.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Monthly Trend for Total Orders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Create a line chart that illustrates the hourly trend of total orders throughout the day. This chart will allow us to identify peak hours or periods of high order activity.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Percentage of Sales by Pizza Category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Create a pie chart that shows the distribution of sales across different pizza categories. This chart will provide insights into the popularity of various pizza categories and their contribution to overall sales.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2641600" y="119060"/>
            <a:ext cx="55260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Pizza Sales </a:t>
            </a:r>
            <a:r>
              <a:rPr lang="en-IN" sz="40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4160" y="1815705"/>
            <a:ext cx="1139952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Charts Requirement (Part 2)</a:t>
            </a:r>
            <a:br>
              <a:rPr lang="en-US" b="1" dirty="0"/>
            </a:br>
            <a:endParaRPr lang="en-US" b="1" dirty="0"/>
          </a:p>
          <a:p>
            <a:pPr>
              <a:buFont typeface="+mj-lt"/>
              <a:buAutoNum type="arabicPeriod" startAt="4"/>
            </a:pPr>
            <a:r>
              <a:rPr lang="en-US" b="1" dirty="0"/>
              <a:t>Percentage of Sales by Pizza Size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Generate a pie chart that represents the percentage of sales attributed to different pizza sizes. This chart will help us understand customer preferences for pizza sizes and their impact on sales.</a:t>
            </a:r>
          </a:p>
          <a:p>
            <a:pPr>
              <a:buFont typeface="+mj-lt"/>
              <a:buAutoNum type="arabicPeriod" startAt="4"/>
            </a:pPr>
            <a:r>
              <a:rPr lang="en-US" b="1" dirty="0"/>
              <a:t>Total Pizzas Sold by Pizza Category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Create a funnel chart that presents the total number of pizzas sold for each pizza category. This chart will allow us to compare the sales performance of different pizza categories.</a:t>
            </a:r>
          </a:p>
          <a:p>
            <a:pPr>
              <a:buFont typeface="+mj-lt"/>
              <a:buAutoNum type="arabicPeriod" startAt="4"/>
            </a:pPr>
            <a:r>
              <a:rPr lang="en-US" b="1" dirty="0"/>
              <a:t>Top 5 Best Sellers by Revenue, Total Quantity, and Total Orders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Create a bar chart highlighting the top 5 best-selling pizzas based on the Revenue, Total Quantity, and Total Orders. This chart will help us identify the most popular pizza options.</a:t>
            </a:r>
          </a:p>
          <a:p>
            <a:pPr>
              <a:buFont typeface="+mj-lt"/>
              <a:buAutoNum type="arabicPeriod" startAt="4"/>
            </a:pPr>
            <a:r>
              <a:rPr lang="en-US" b="1" dirty="0"/>
              <a:t>Bottom 5 Best Sellers by Revenue, Total Quantity, and Total Orders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Create a bar chart showcasing the bottom 5 worst-selling pizzas based on the Revenue, Total Quantity, and Total Orders. This chart will enable us to identify underperforming or less popular pizza options.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2641600" y="119060"/>
            <a:ext cx="55260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Pizza Sales </a:t>
            </a:r>
            <a:r>
              <a:rPr lang="en-IN" sz="40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585</TotalTime>
  <Words>491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Retrospect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Billy Lackey</cp:lastModifiedBy>
  <cp:revision>22</cp:revision>
  <dcterms:created xsi:type="dcterms:W3CDTF">2024-06-24T12:27:37Z</dcterms:created>
  <dcterms:modified xsi:type="dcterms:W3CDTF">2026-03-02T17:42:37Z</dcterms:modified>
</cp:coreProperties>
</file>